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4A5D1E-D396-4198-8260-30D72A10D3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A4FFA66-2620-4511-9569-301C3F52D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74CE854-A3CA-4E52-B8D5-69F8D50CB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51864E-BD81-47C0-B593-7EEE65FE4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8EE7E1-AC3E-4E8C-9AE0-55A6F70D6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9104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3285D1-4311-4457-A422-3549DB58A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82A236-389E-466B-8C16-1779FDC33B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979583-6CB3-4BE6-8E44-9FB7D1638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32905-EF49-4BD1-887C-DC200FE6B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3E50E3-5CD5-4867-89DE-7D21C36AA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7283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FBBF30-DA1E-41A1-8693-8E62D7D4D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F68B857-D100-42D2-A173-E525888D0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FB8BA1-FE57-435F-9C85-E1E85377F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AA154C-335B-4ECB-B541-D4D8D864D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52BD5B-7814-4510-BCE6-DF820615B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0102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50F63E-CC6E-4460-B2CB-F6998944E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2BBDDB7-E4D6-48A4-B0CA-7ECDAA0D1B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E9C75B2-DD20-4099-A377-8C160F49F7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D36EAE3-96CD-4EB9-A135-7D1171CC0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5C4C057-4FC7-4FB3-AB38-BBF66D54B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6016B2-EB55-46FC-B5C0-64F205574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6028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D50FDE-7586-4994-A5EB-C934E45B8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32D393-C4EC-417F-B349-A28E69A7BC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2FCC25A-377B-40DF-90F8-34DE4F0BF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C78455B-5134-4E0F-9ED7-15BDE29C5F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92DBD77-5471-47B7-8A6A-D96C666270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BA26112-46F4-4F6C-AC77-47C43344C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DD9BBC5-CE12-4EFA-9A73-C13EFB704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07863E5-F092-407D-A1AC-601226308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285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7D8578-303C-4F52-AD81-78B34E2F3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2C5873-9B77-4427-8DAD-F517DDD4F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11BA088-313C-4F4D-A143-EE2E21647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70D61EF-8873-430B-A131-5265F46FC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2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97BC9D1-A476-476A-BE39-FB12453FE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76884F5-48A3-43EC-A405-07A804206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0B3A6C-4FF4-4A44-88CF-DAE465746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6524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529E7D-77CC-4E49-BBFE-9C21F9265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B008F9-904E-4608-BE08-65FBB95C5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77961B-4A67-4904-BC50-96AE9A656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8D928F3-E95E-45A6-A695-73A485A54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9BC513-4AAF-4A1B-8121-04BAB305B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42D3E47-4EAF-46E9-9CDD-F5BD5C53E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0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D97EC2-0E4A-463D-9FBC-FAF11B376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25AFD36-CB84-4F6F-91F4-C64FE0CBA3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DFC0D3-EFD5-4537-9180-36E59E093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BCB7EDB-7AF6-4429-8C59-F8972F20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42BEDB0-3868-41C9-A7F5-78B06C0D4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F7F6C99-F1B9-4A03-BCA2-94A11693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638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3EBDFE-5F4D-4219-8E09-E75EF159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700313-F51F-4F66-AD11-E1D03DD84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B1D24B-109B-40FC-A56C-30D0E1250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436095-C8FA-4C05-A949-533D505F2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3F499D-695E-4F47-8A34-F603D7A52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370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F06E55F-B9B1-4E84-9EB0-E03646AC56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57D63C-6D0F-4F37-A008-15CC8AD02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6AE842-E215-4646-9209-4208125EA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659893-9B94-421D-A40F-0A6984A6B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EFB4BE-1672-47C4-8A4C-C19B9A7E8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2323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5B50296-29EA-4131-997A-5C013A0A6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521FC8-019F-4F4B-B597-4F65FAF5B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7C0EB9D-6F7E-4F16-A873-2D99921A8A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3464DE-BB09-4046-9914-AAE77AD20AD3}" type="datetimeFigureOut">
              <a:rPr lang="de-DE" smtClean="0"/>
              <a:t>08.12.2025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1F04A-E0E9-466D-B368-8F51102089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54F390-4603-4DBE-87AB-9BD190106B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478BDE-B7C1-41A2-B8B2-C2DE6337BB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786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38E587-C76C-4258-AC6A-36298A17BD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Backbone </a:t>
            </a:r>
            <a:r>
              <a:rPr lang="de-DE" dirty="0" err="1"/>
              <a:t>Questionnaires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B1FAAFE-BFCD-4B90-93F3-1FD76C8116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98126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FCEDA570-3344-4915-9D90-61E1A432AF64}"/>
              </a:ext>
            </a:extLst>
          </p:cNvPr>
          <p:cNvSpPr txBox="1"/>
          <p:nvPr/>
        </p:nvSpPr>
        <p:spPr>
          <a:xfrm>
            <a:off x="4643650" y="1597056"/>
            <a:ext cx="7044749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ID: ID &amp; Projekt</a:t>
            </a:r>
          </a:p>
          <a:p>
            <a:r>
              <a:rPr lang="de-DE" dirty="0" err="1"/>
              <a:t>Instructions</a:t>
            </a:r>
            <a:r>
              <a:rPr lang="de-DE" dirty="0"/>
              <a:t>: eben dies</a:t>
            </a:r>
          </a:p>
          <a:p>
            <a:r>
              <a:rPr lang="de-DE" dirty="0"/>
              <a:t>IDAS: </a:t>
            </a:r>
            <a:r>
              <a:rPr lang="de-DE" dirty="0" err="1"/>
              <a:t>Inventory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Depression and </a:t>
            </a:r>
            <a:r>
              <a:rPr lang="de-DE" dirty="0" err="1"/>
              <a:t>Anxiety</a:t>
            </a:r>
            <a:r>
              <a:rPr lang="de-DE" dirty="0"/>
              <a:t> Symptoms</a:t>
            </a:r>
          </a:p>
          <a:p>
            <a:r>
              <a:rPr lang="de-DE" dirty="0"/>
              <a:t>CAPE: Community Assessment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Psychic</a:t>
            </a:r>
            <a:r>
              <a:rPr lang="de-DE" dirty="0"/>
              <a:t> </a:t>
            </a:r>
            <a:r>
              <a:rPr lang="de-DE" dirty="0" err="1"/>
              <a:t>Experiences</a:t>
            </a:r>
            <a:endParaRPr lang="de-DE" dirty="0"/>
          </a:p>
          <a:p>
            <a:r>
              <a:rPr lang="de-DE" dirty="0"/>
              <a:t>AQ10: Autismus </a:t>
            </a:r>
            <a:r>
              <a:rPr lang="de-DE" dirty="0" err="1"/>
              <a:t>screening</a:t>
            </a:r>
            <a:endParaRPr lang="de-DE" dirty="0"/>
          </a:p>
          <a:p>
            <a:r>
              <a:rPr lang="de-DE" dirty="0"/>
              <a:t>SUQ: </a:t>
            </a:r>
            <a:r>
              <a:rPr lang="de-DE" dirty="0" err="1"/>
              <a:t>Substance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questionnaire</a:t>
            </a:r>
            <a:endParaRPr lang="de-DE" dirty="0"/>
          </a:p>
          <a:p>
            <a:r>
              <a:rPr lang="de-DE" dirty="0"/>
              <a:t>ASRS-5: ADHS Screening</a:t>
            </a:r>
          </a:p>
          <a:p>
            <a:r>
              <a:rPr lang="de-DE" dirty="0"/>
              <a:t>BISBAS: Behavioral Approach and Behavioral Inhibition System Evaluation</a:t>
            </a:r>
          </a:p>
          <a:p>
            <a:r>
              <a:rPr lang="de-DE" dirty="0"/>
              <a:t>IUS: </a:t>
            </a:r>
            <a:r>
              <a:rPr lang="de-DE" dirty="0" err="1"/>
              <a:t>Intolerance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Scale</a:t>
            </a:r>
            <a:endParaRPr lang="de-DE" dirty="0"/>
          </a:p>
          <a:p>
            <a:r>
              <a:rPr lang="de-DE" dirty="0"/>
              <a:t>APS: </a:t>
            </a:r>
            <a:r>
              <a:rPr lang="de-DE" dirty="0" err="1"/>
              <a:t>Arousal</a:t>
            </a:r>
            <a:r>
              <a:rPr lang="de-DE" dirty="0"/>
              <a:t> </a:t>
            </a:r>
            <a:r>
              <a:rPr lang="de-DE" dirty="0" err="1"/>
              <a:t>Predisposition</a:t>
            </a:r>
            <a:r>
              <a:rPr lang="de-DE" dirty="0"/>
              <a:t> </a:t>
            </a:r>
            <a:r>
              <a:rPr lang="de-DE" dirty="0" err="1"/>
              <a:t>Scale</a:t>
            </a:r>
            <a:endParaRPr lang="de-DE" dirty="0"/>
          </a:p>
          <a:p>
            <a:r>
              <a:rPr lang="de-DE" dirty="0"/>
              <a:t>TICS-9: Trier </a:t>
            </a:r>
            <a:r>
              <a:rPr lang="de-DE" dirty="0" err="1"/>
              <a:t>Inventory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Chronic</a:t>
            </a:r>
            <a:r>
              <a:rPr lang="de-DE" dirty="0"/>
              <a:t> Stress</a:t>
            </a:r>
          </a:p>
          <a:p>
            <a:r>
              <a:rPr lang="de-DE" dirty="0"/>
              <a:t>CTQ: </a:t>
            </a:r>
            <a:r>
              <a:rPr lang="de-DE" dirty="0" err="1"/>
              <a:t>Childhood</a:t>
            </a:r>
            <a:r>
              <a:rPr lang="de-DE" dirty="0"/>
              <a:t> Trauma </a:t>
            </a:r>
            <a:r>
              <a:rPr lang="de-DE" dirty="0" err="1"/>
              <a:t>Questionnaire</a:t>
            </a:r>
            <a:endParaRPr lang="de-DE" dirty="0"/>
          </a:p>
          <a:p>
            <a:r>
              <a:rPr lang="de-DE" dirty="0"/>
              <a:t>MAP-SR: Motivation and Pleasure </a:t>
            </a:r>
            <a:r>
              <a:rPr lang="de-DE" dirty="0" err="1"/>
              <a:t>Scale</a:t>
            </a:r>
            <a:endParaRPr lang="de-DE" dirty="0"/>
          </a:p>
          <a:p>
            <a:r>
              <a:rPr lang="de-DE" dirty="0"/>
              <a:t>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612F3A0-4341-4674-8C43-CFBF57324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150" y="1021322"/>
            <a:ext cx="3038899" cy="506800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17E73E5-A3F0-4B76-8C7F-6FD976F4AB83}"/>
              </a:ext>
            </a:extLst>
          </p:cNvPr>
          <p:cNvSpPr txBox="1"/>
          <p:nvPr/>
        </p:nvSpPr>
        <p:spPr>
          <a:xfrm>
            <a:off x="868150" y="361919"/>
            <a:ext cx="67479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 err="1"/>
              <a:t>Adults</a:t>
            </a:r>
            <a:r>
              <a:rPr lang="de-DE" sz="3200" dirty="0"/>
              <a:t> </a:t>
            </a:r>
            <a:r>
              <a:rPr lang="de-DE" sz="3200" dirty="0" err="1"/>
              <a:t>Questionnaire</a:t>
            </a:r>
            <a:endParaRPr lang="de-DE" sz="3200" dirty="0"/>
          </a:p>
        </p:txBody>
      </p:sp>
    </p:spTree>
    <p:extLst>
      <p:ext uri="{BB962C8B-B14F-4D97-AF65-F5344CB8AC3E}">
        <p14:creationId xmlns:p14="http://schemas.microsoft.com/office/powerpoint/2010/main" val="3828437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043554-757B-4723-84DF-3B87DE873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0543"/>
            <a:ext cx="10515600" cy="1325563"/>
          </a:xfrm>
        </p:spPr>
        <p:txBody>
          <a:bodyPr/>
          <a:lstStyle/>
          <a:p>
            <a:r>
              <a:rPr lang="de-DE" dirty="0" err="1"/>
              <a:t>Adolescents</a:t>
            </a:r>
            <a:r>
              <a:rPr lang="de-DE" dirty="0"/>
              <a:t> </a:t>
            </a:r>
            <a:r>
              <a:rPr lang="de-DE" dirty="0" err="1"/>
              <a:t>Questionnaire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04A898-4CCF-47A0-B1D1-AD6B8D471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6666" y="1605491"/>
            <a:ext cx="5300133" cy="4351338"/>
          </a:xfrm>
        </p:spPr>
        <p:txBody>
          <a:bodyPr/>
          <a:lstStyle/>
          <a:p>
            <a:pPr marL="0" indent="0">
              <a:buNone/>
            </a:pPr>
            <a:r>
              <a:rPr lang="de-DE"/>
              <a:t>same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E306C13-1241-4652-B377-C281F0FBD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1" y="778933"/>
            <a:ext cx="2444072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663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1D7B1A1C-0ECA-4787-A0C4-6E912C00E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05" y="533400"/>
            <a:ext cx="3077004" cy="510611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55082738-3B98-45B1-9B68-68A1761F9783}"/>
              </a:ext>
            </a:extLst>
          </p:cNvPr>
          <p:cNvSpPr txBox="1"/>
          <p:nvPr/>
        </p:nvSpPr>
        <p:spPr>
          <a:xfrm>
            <a:off x="4665134" y="1659466"/>
            <a:ext cx="567266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r>
              <a:rPr lang="de-DE" dirty="0">
                <a:solidFill>
                  <a:srgbClr val="FF0000"/>
                </a:solidFill>
              </a:rPr>
              <a:t>OBQ-ID: Obsessive Beliefs </a:t>
            </a:r>
            <a:r>
              <a:rPr lang="de-DE" dirty="0" err="1">
                <a:solidFill>
                  <a:srgbClr val="FF0000"/>
                </a:solidFill>
              </a:rPr>
              <a:t>Questionnaire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FF0000"/>
                </a:solidFill>
              </a:rPr>
              <a:t>PI-PR: Padua </a:t>
            </a:r>
            <a:r>
              <a:rPr lang="de-DE" dirty="0" err="1">
                <a:solidFill>
                  <a:srgbClr val="FF0000"/>
                </a:solidFill>
              </a:rPr>
              <a:t>Inventory</a:t>
            </a:r>
            <a:r>
              <a:rPr lang="de-DE" dirty="0">
                <a:solidFill>
                  <a:srgbClr val="FF0000"/>
                </a:solidFill>
              </a:rPr>
              <a:t> Palatine Revision – OCD Symptom </a:t>
            </a:r>
            <a:r>
              <a:rPr lang="de-DE" dirty="0" err="1">
                <a:solidFill>
                  <a:srgbClr val="FF0000"/>
                </a:solidFill>
              </a:rPr>
              <a:t>Dimensions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FF0000"/>
                </a:solidFill>
              </a:rPr>
              <a:t>FMPS-D: Frost Multidimensional </a:t>
            </a:r>
            <a:r>
              <a:rPr lang="de-DE" dirty="0" err="1">
                <a:solidFill>
                  <a:srgbClr val="FF0000"/>
                </a:solidFill>
              </a:rPr>
              <a:t>Perfectionism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Scale</a:t>
            </a:r>
            <a:r>
              <a:rPr lang="de-DE" dirty="0">
                <a:solidFill>
                  <a:srgbClr val="FF0000"/>
                </a:solidFill>
              </a:rPr>
              <a:t>-Deutsch</a:t>
            </a:r>
          </a:p>
          <a:p>
            <a:r>
              <a:rPr lang="de-DE" dirty="0">
                <a:solidFill>
                  <a:srgbClr val="FF0000"/>
                </a:solidFill>
              </a:rPr>
              <a:t>DOCS: Dimensional Obsessive-</a:t>
            </a:r>
            <a:r>
              <a:rPr lang="de-DE" dirty="0" err="1">
                <a:solidFill>
                  <a:srgbClr val="FF0000"/>
                </a:solidFill>
              </a:rPr>
              <a:t>Compulsive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Scale</a:t>
            </a:r>
            <a:r>
              <a:rPr lang="de-DE" dirty="0">
                <a:solidFill>
                  <a:srgbClr val="FF0000"/>
                </a:solidFill>
              </a:rPr>
              <a:t> </a:t>
            </a:r>
          </a:p>
          <a:p>
            <a:r>
              <a:rPr lang="de-DE" dirty="0">
                <a:solidFill>
                  <a:srgbClr val="FF0000"/>
                </a:solidFill>
              </a:rPr>
              <a:t>OCI-R: </a:t>
            </a:r>
            <a:r>
              <a:rPr lang="de-DE" dirty="0" err="1">
                <a:solidFill>
                  <a:srgbClr val="FF0000"/>
                </a:solidFill>
              </a:rPr>
              <a:t>Obsessional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Compulsive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Inventory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FF0000"/>
                </a:solidFill>
              </a:rPr>
              <a:t>MCQ: </a:t>
            </a:r>
            <a:r>
              <a:rPr lang="de-DE" dirty="0" err="1">
                <a:solidFill>
                  <a:srgbClr val="FF0000"/>
                </a:solidFill>
              </a:rPr>
              <a:t>Metacognitition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Scale</a:t>
            </a:r>
            <a:endParaRPr lang="de-DE" dirty="0">
              <a:solidFill>
                <a:srgbClr val="FF0000"/>
              </a:solidFill>
            </a:endParaRPr>
          </a:p>
          <a:p>
            <a:r>
              <a:rPr lang="de-DE" dirty="0"/>
              <a:t>Gesundheitliche Informationen: </a:t>
            </a:r>
          </a:p>
          <a:p>
            <a:r>
              <a:rPr lang="de-DE" dirty="0" err="1"/>
              <a:t>FHSFamily</a:t>
            </a:r>
            <a:r>
              <a:rPr lang="de-DE" dirty="0"/>
              <a:t> </a:t>
            </a:r>
            <a:r>
              <a:rPr lang="de-DE" dirty="0" err="1"/>
              <a:t>Tree</a:t>
            </a:r>
            <a:r>
              <a:rPr lang="de-DE" dirty="0"/>
              <a:t>: Mental Health in Family</a:t>
            </a:r>
          </a:p>
          <a:p>
            <a:r>
              <a:rPr lang="de-DE" dirty="0"/>
              <a:t>FHS: Mental Health in Family</a:t>
            </a:r>
          </a:p>
          <a:p>
            <a:r>
              <a:rPr lang="de-DE" dirty="0"/>
              <a:t>Psychische Gesundheit: </a:t>
            </a:r>
          </a:p>
          <a:p>
            <a:r>
              <a:rPr lang="de-DE" dirty="0"/>
              <a:t>Demographische Angaben: Alter, Geschlecht, Bildung, usw.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18A4F44-3F88-4FF1-A479-F2A8CF7597D4}"/>
              </a:ext>
            </a:extLst>
          </p:cNvPr>
          <p:cNvSpPr/>
          <p:nvPr/>
        </p:nvSpPr>
        <p:spPr>
          <a:xfrm>
            <a:off x="678705" y="592667"/>
            <a:ext cx="3077004" cy="22606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9776ED2-3730-4BB3-8602-99CB4649E4BC}"/>
              </a:ext>
            </a:extLst>
          </p:cNvPr>
          <p:cNvSpPr txBox="1"/>
          <p:nvPr/>
        </p:nvSpPr>
        <p:spPr>
          <a:xfrm>
            <a:off x="3818467" y="1353635"/>
            <a:ext cx="25569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rgbClr val="FF0000"/>
                </a:solidFill>
              </a:rPr>
              <a:t>Only</a:t>
            </a:r>
            <a:r>
              <a:rPr lang="de-DE" dirty="0">
                <a:solidFill>
                  <a:srgbClr val="FF0000"/>
                </a:solidFill>
              </a:rPr>
              <a:t> Project 9 </a:t>
            </a:r>
          </a:p>
        </p:txBody>
      </p:sp>
    </p:spTree>
    <p:extLst>
      <p:ext uri="{BB962C8B-B14F-4D97-AF65-F5344CB8AC3E}">
        <p14:creationId xmlns:p14="http://schemas.microsoft.com/office/powerpoint/2010/main" val="2203745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0DA762-172E-4B8F-BCB8-7A054210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6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C275548-9601-4D60-B33A-997EB2213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0734" y="1825625"/>
            <a:ext cx="7603066" cy="4351338"/>
          </a:xfrm>
        </p:spPr>
        <p:txBody>
          <a:bodyPr/>
          <a:lstStyle/>
          <a:p>
            <a:r>
              <a:rPr lang="de-DE" dirty="0"/>
              <a:t>Custom „Backbone“ – </a:t>
            </a:r>
            <a:r>
              <a:rPr lang="de-DE" dirty="0" err="1"/>
              <a:t>eigentklich</a:t>
            </a:r>
            <a:r>
              <a:rPr lang="de-DE" dirty="0"/>
              <a:t> nur </a:t>
            </a:r>
            <a:r>
              <a:rPr lang="de-DE" dirty="0" err="1"/>
              <a:t>Autism</a:t>
            </a:r>
            <a:r>
              <a:rPr lang="de-DE" dirty="0"/>
              <a:t>, IUS und BIS/BAS gleich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D404E6-F91A-4F99-A9E3-D814C604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148" y="1617133"/>
            <a:ext cx="2242189" cy="487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648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</Words>
  <Application>Microsoft Office PowerPoint</Application>
  <PresentationFormat>Breitbild</PresentationFormat>
  <Paragraphs>37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</vt:lpstr>
      <vt:lpstr>Backbone Questionnaires</vt:lpstr>
      <vt:lpstr>PowerPoint-Präsentation</vt:lpstr>
      <vt:lpstr>Adolescents Questionnaire</vt:lpstr>
      <vt:lpstr>PowerPoint-Präsentation</vt:lpstr>
      <vt:lpstr>Project 6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Wilken, Saskia Angelika</dc:creator>
  <cp:lastModifiedBy>Wilken, Saskia Angelika</cp:lastModifiedBy>
  <cp:revision>11</cp:revision>
  <dcterms:created xsi:type="dcterms:W3CDTF">2025-08-18T12:56:52Z</dcterms:created>
  <dcterms:modified xsi:type="dcterms:W3CDTF">2025-12-08T17:19:01Z</dcterms:modified>
</cp:coreProperties>
</file>