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76" d="100"/>
          <a:sy n="76" d="100"/>
        </p:scale>
        <p:origin x="1866" y="8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4A5D1E-D396-4198-8260-30D72A10D3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A4FFA66-2620-4511-9569-301C3F52D2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74CE854-A3CA-4E52-B8D5-69F8D50CB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464DE-BB09-4046-9914-AAE77AD20AD3}" type="datetimeFigureOut">
              <a:rPr lang="de-DE" smtClean="0"/>
              <a:t>29.01.2026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251864E-BD81-47C0-B593-7EEE65FE44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A8EE7E1-AC3E-4E8C-9AE0-55A6F70D6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78BDE-B7C1-41A2-B8B2-C2DE6337BB7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791046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E3285D1-4311-4457-A422-3549DB58A1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682A236-389E-466B-8C16-1779FDC33B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3979583-6CB3-4BE6-8E44-9FB7D1638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464DE-BB09-4046-9914-AAE77AD20AD3}" type="datetimeFigureOut">
              <a:rPr lang="de-DE" smtClean="0"/>
              <a:t>29.01.2026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7832905-EF49-4BD1-887C-DC200FE6B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63E50E3-5CD5-4867-89DE-7D21C36AA5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78BDE-B7C1-41A2-B8B2-C2DE6337BB7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672839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FBBF30-DA1E-41A1-8693-8E62D7D4DE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F68B857-D100-42D2-A173-E525888D04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CFB8BA1-FE57-435F-9C85-E1E85377F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464DE-BB09-4046-9914-AAE77AD20AD3}" type="datetimeFigureOut">
              <a:rPr lang="de-DE" smtClean="0"/>
              <a:t>29.01.2026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3AA154C-335B-4ECB-B541-D4D8D864D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652BD5B-7814-4510-BCE6-DF820615B7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78BDE-B7C1-41A2-B8B2-C2DE6337BB7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0102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50F63E-CC6E-4460-B2CB-F6998944E7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2BBDDB7-E4D6-48A4-B0CA-7ECDAA0D1B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E9C75B2-DD20-4099-A377-8C160F49F7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D36EAE3-96CD-4EB9-A135-7D1171CC03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464DE-BB09-4046-9914-AAE77AD20AD3}" type="datetimeFigureOut">
              <a:rPr lang="de-DE" smtClean="0"/>
              <a:t>29.01.2026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5C4C057-4FC7-4FB3-AB38-BBF66D54B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36016B2-EB55-46FC-B5C0-64F205574D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78BDE-B7C1-41A2-B8B2-C2DE6337BB7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660286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D50FDE-7586-4994-A5EB-C934E45B8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332D393-C4EC-417F-B349-A28E69A7BC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2FCC25A-377B-40DF-90F8-34DE4F0BFA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C78455B-5134-4E0F-9ED7-15BDE29C5F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92DBD77-5471-47B7-8A6A-D96C666270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8BA26112-46F4-4F6C-AC77-47C43344C5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464DE-BB09-4046-9914-AAE77AD20AD3}" type="datetimeFigureOut">
              <a:rPr lang="de-DE" smtClean="0"/>
              <a:t>29.01.2026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9DD9BBC5-CE12-4EFA-9A73-C13EFB7048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907863E5-F092-407D-A1AC-601226308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78BDE-B7C1-41A2-B8B2-C2DE6337BB7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412855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7D8578-303C-4F52-AD81-78B34E2F3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72C5873-9B77-4427-8DAD-F517DDD4F2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464DE-BB09-4046-9914-AAE77AD20AD3}" type="datetimeFigureOut">
              <a:rPr lang="de-DE" smtClean="0"/>
              <a:t>29.01.2026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11BA088-313C-4F4D-A143-EE2E21647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70D61EF-8873-430B-A131-5265F46FC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78BDE-B7C1-41A2-B8B2-C2DE6337BB7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902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97BC9D1-A476-476A-BE39-FB12453FE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464DE-BB09-4046-9914-AAE77AD20AD3}" type="datetimeFigureOut">
              <a:rPr lang="de-DE" smtClean="0"/>
              <a:t>29.01.2026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A76884F5-48A3-43EC-A405-07A804206B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90B3A6C-4FF4-4A44-88CF-DAE465746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78BDE-B7C1-41A2-B8B2-C2DE6337BB7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265249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529E7D-77CC-4E49-BBFE-9C21F92652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AB008F9-904E-4608-BE08-65FBB95C5B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477961B-4A67-4904-BC50-96AE9A6566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8D928F3-E95E-45A6-A695-73A485A54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464DE-BB09-4046-9914-AAE77AD20AD3}" type="datetimeFigureOut">
              <a:rPr lang="de-DE" smtClean="0"/>
              <a:t>29.01.2026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69BC513-4AAF-4A1B-8121-04BAB305B6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42D3E47-4EAF-46E9-9CDD-F5BD5C53E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78BDE-B7C1-41A2-B8B2-C2DE6337BB7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014802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D97EC2-0E4A-463D-9FBC-FAF11B376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425AFD36-CB84-4F6F-91F4-C64FE0CBA36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FDFC0D3-EFD5-4537-9180-36E59E0938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BCB7EDB-7AF6-4429-8C59-F8972F208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464DE-BB09-4046-9914-AAE77AD20AD3}" type="datetimeFigureOut">
              <a:rPr lang="de-DE" smtClean="0"/>
              <a:t>29.01.2026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42BEDB0-3868-41C9-A7F5-78B06C0D47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F7F6C99-F1B9-4A03-BCA2-94A116930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78BDE-B7C1-41A2-B8B2-C2DE6337BB7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566385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53EBDFE-5F4D-4219-8E09-E75EF1599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8700313-F51F-4F66-AD11-E1D03DD849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BB1D24B-109B-40FC-A56C-30D0E12504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464DE-BB09-4046-9914-AAE77AD20AD3}" type="datetimeFigureOut">
              <a:rPr lang="de-DE" smtClean="0"/>
              <a:t>29.01.2026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F436095-C8FA-4C05-A949-533D505F26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53F499D-695E-4F47-8A34-F603D7A52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78BDE-B7C1-41A2-B8B2-C2DE6337BB7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393702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CF06E55F-B9B1-4E84-9EB0-E03646AC562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B57D63C-6D0F-4F37-A008-15CC8AD029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E6AE842-E215-4646-9209-4208125EA0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464DE-BB09-4046-9914-AAE77AD20AD3}" type="datetimeFigureOut">
              <a:rPr lang="de-DE" smtClean="0"/>
              <a:t>29.01.2026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E659893-9B94-421D-A40F-0A6984A6B0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EEFB4BE-1672-47C4-8A4C-C19B9A7E85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78BDE-B7C1-41A2-B8B2-C2DE6337BB7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123237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5B50296-29EA-4131-997A-5C013A0A6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9521FC8-019F-4F4B-B597-4F65FAF5B2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7C0EB9D-6F7E-4F16-A873-2D99921A8AE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3464DE-BB09-4046-9914-AAE77AD20AD3}" type="datetimeFigureOut">
              <a:rPr lang="de-DE" smtClean="0"/>
              <a:t>29.01.2026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01F04A-E0E9-466D-B368-8F51102089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354F390-4603-4DBE-87AB-9BD190106B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478BDE-B7C1-41A2-B8B2-C2DE6337BB7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097867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38E587-C76C-4258-AC6A-36298A17BDC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Backbone </a:t>
            </a:r>
            <a:r>
              <a:rPr lang="de-DE" dirty="0" err="1"/>
              <a:t>Questionnaires</a:t>
            </a:r>
            <a:endParaRPr lang="de-DE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B1FAAFE-BFCD-4B90-93F3-1FD76C8116E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898126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FCEDA570-3344-4915-9D90-61E1A432AF64}"/>
              </a:ext>
            </a:extLst>
          </p:cNvPr>
          <p:cNvSpPr txBox="1"/>
          <p:nvPr/>
        </p:nvSpPr>
        <p:spPr>
          <a:xfrm>
            <a:off x="4643650" y="1597056"/>
            <a:ext cx="7044749" cy="48013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ID: ID &amp; Projekt</a:t>
            </a:r>
          </a:p>
          <a:p>
            <a:r>
              <a:rPr lang="de-DE" dirty="0" err="1"/>
              <a:t>Instructions</a:t>
            </a:r>
            <a:r>
              <a:rPr lang="de-DE" dirty="0"/>
              <a:t>: eben dies</a:t>
            </a:r>
          </a:p>
          <a:p>
            <a:r>
              <a:rPr lang="de-DE" dirty="0"/>
              <a:t>IDAS: </a:t>
            </a:r>
            <a:r>
              <a:rPr lang="de-DE" dirty="0" err="1"/>
              <a:t>Inventory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Depression and </a:t>
            </a:r>
            <a:r>
              <a:rPr lang="de-DE" dirty="0" err="1"/>
              <a:t>Anxiety</a:t>
            </a:r>
            <a:r>
              <a:rPr lang="de-DE" dirty="0"/>
              <a:t> Symptoms</a:t>
            </a:r>
          </a:p>
          <a:p>
            <a:r>
              <a:rPr lang="de-DE" dirty="0"/>
              <a:t>CAPE: Community Assessment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Psychic</a:t>
            </a:r>
            <a:r>
              <a:rPr lang="de-DE" dirty="0"/>
              <a:t> </a:t>
            </a:r>
            <a:r>
              <a:rPr lang="de-DE" dirty="0" err="1"/>
              <a:t>Experiences</a:t>
            </a:r>
            <a:endParaRPr lang="de-DE" dirty="0"/>
          </a:p>
          <a:p>
            <a:r>
              <a:rPr lang="de-DE" dirty="0"/>
              <a:t>AQ10: Autismus </a:t>
            </a:r>
            <a:r>
              <a:rPr lang="de-DE" dirty="0" err="1"/>
              <a:t>screening</a:t>
            </a:r>
            <a:endParaRPr lang="de-DE" dirty="0"/>
          </a:p>
          <a:p>
            <a:r>
              <a:rPr lang="de-DE" dirty="0"/>
              <a:t>SUQ: </a:t>
            </a:r>
            <a:r>
              <a:rPr lang="de-DE" dirty="0" err="1"/>
              <a:t>Substance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questionnaire</a:t>
            </a:r>
            <a:endParaRPr lang="de-DE" dirty="0"/>
          </a:p>
          <a:p>
            <a:r>
              <a:rPr lang="de-DE" dirty="0"/>
              <a:t>ASRS-5: ADHS Screening</a:t>
            </a:r>
          </a:p>
          <a:p>
            <a:r>
              <a:rPr lang="de-DE" dirty="0"/>
              <a:t>BISBAS: Behavioral Approach and Behavioral Inhibition System Evaluation</a:t>
            </a:r>
          </a:p>
          <a:p>
            <a:r>
              <a:rPr lang="de-DE" dirty="0"/>
              <a:t>IUS: </a:t>
            </a:r>
            <a:r>
              <a:rPr lang="de-DE" dirty="0" err="1"/>
              <a:t>Intolerance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Uncertainty</a:t>
            </a:r>
            <a:r>
              <a:rPr lang="de-DE" dirty="0"/>
              <a:t> </a:t>
            </a:r>
            <a:r>
              <a:rPr lang="de-DE" dirty="0" err="1"/>
              <a:t>Scale</a:t>
            </a:r>
            <a:endParaRPr lang="de-DE" dirty="0"/>
          </a:p>
          <a:p>
            <a:r>
              <a:rPr lang="de-DE" dirty="0"/>
              <a:t>APS: </a:t>
            </a:r>
            <a:r>
              <a:rPr lang="de-DE" dirty="0" err="1"/>
              <a:t>Arousal</a:t>
            </a:r>
            <a:r>
              <a:rPr lang="de-DE" dirty="0"/>
              <a:t> </a:t>
            </a:r>
            <a:r>
              <a:rPr lang="de-DE" dirty="0" err="1"/>
              <a:t>Predisposition</a:t>
            </a:r>
            <a:r>
              <a:rPr lang="de-DE" dirty="0"/>
              <a:t> </a:t>
            </a:r>
            <a:r>
              <a:rPr lang="de-DE" dirty="0" err="1"/>
              <a:t>Scale</a:t>
            </a:r>
            <a:endParaRPr lang="de-DE" dirty="0"/>
          </a:p>
          <a:p>
            <a:r>
              <a:rPr lang="de-DE" dirty="0"/>
              <a:t>TICS-9: Trier </a:t>
            </a:r>
            <a:r>
              <a:rPr lang="de-DE" dirty="0" err="1"/>
              <a:t>Inventory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Chronic</a:t>
            </a:r>
            <a:r>
              <a:rPr lang="de-DE" dirty="0"/>
              <a:t> Stress</a:t>
            </a:r>
          </a:p>
          <a:p>
            <a:r>
              <a:rPr lang="de-DE" dirty="0"/>
              <a:t>CTQ: </a:t>
            </a:r>
            <a:r>
              <a:rPr lang="de-DE" dirty="0" err="1"/>
              <a:t>Childhood</a:t>
            </a:r>
            <a:r>
              <a:rPr lang="de-DE" dirty="0"/>
              <a:t> Trauma </a:t>
            </a:r>
            <a:r>
              <a:rPr lang="de-DE" dirty="0" err="1"/>
              <a:t>Questionnaire</a:t>
            </a:r>
            <a:endParaRPr lang="de-DE" dirty="0"/>
          </a:p>
          <a:p>
            <a:r>
              <a:rPr lang="de-DE" dirty="0"/>
              <a:t>MAP-SR: Motivation and Pleasure </a:t>
            </a:r>
            <a:r>
              <a:rPr lang="de-DE" dirty="0" err="1"/>
              <a:t>Scale</a:t>
            </a:r>
            <a:endParaRPr lang="de-DE" dirty="0"/>
          </a:p>
          <a:p>
            <a:r>
              <a:rPr lang="de-DE" dirty="0"/>
              <a:t> 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7612F3A0-4341-4674-8C43-CFBF573249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150" y="1021322"/>
            <a:ext cx="3038899" cy="5068007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717E73E5-A3F0-4B76-8C7F-6FD976F4AB83}"/>
              </a:ext>
            </a:extLst>
          </p:cNvPr>
          <p:cNvSpPr txBox="1"/>
          <p:nvPr/>
        </p:nvSpPr>
        <p:spPr>
          <a:xfrm>
            <a:off x="868150" y="361919"/>
            <a:ext cx="67479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200" dirty="0" err="1"/>
              <a:t>Adults</a:t>
            </a:r>
            <a:r>
              <a:rPr lang="de-DE" sz="3200" dirty="0"/>
              <a:t> </a:t>
            </a:r>
            <a:r>
              <a:rPr lang="de-DE" sz="3200" dirty="0" err="1"/>
              <a:t>Questionnaire</a:t>
            </a:r>
            <a:endParaRPr lang="de-DE" sz="3200" dirty="0"/>
          </a:p>
        </p:txBody>
      </p:sp>
    </p:spTree>
    <p:extLst>
      <p:ext uri="{BB962C8B-B14F-4D97-AF65-F5344CB8AC3E}">
        <p14:creationId xmlns:p14="http://schemas.microsoft.com/office/powerpoint/2010/main" val="38284377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1D7B1A1C-0ECA-4787-A0C4-6E912C00E0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705" y="533400"/>
            <a:ext cx="3077004" cy="5106113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55082738-3B98-45B1-9B68-68A1761F9783}"/>
              </a:ext>
            </a:extLst>
          </p:cNvPr>
          <p:cNvSpPr txBox="1"/>
          <p:nvPr/>
        </p:nvSpPr>
        <p:spPr>
          <a:xfrm>
            <a:off x="4665134" y="1659466"/>
            <a:ext cx="5672666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dirty="0"/>
          </a:p>
          <a:p>
            <a:r>
              <a:rPr lang="de-DE" dirty="0">
                <a:solidFill>
                  <a:srgbClr val="FF0000"/>
                </a:solidFill>
              </a:rPr>
              <a:t>OBQ-ID: Obsessive Beliefs </a:t>
            </a:r>
            <a:r>
              <a:rPr lang="de-DE" dirty="0" err="1">
                <a:solidFill>
                  <a:srgbClr val="FF0000"/>
                </a:solidFill>
              </a:rPr>
              <a:t>Questionnaire</a:t>
            </a:r>
            <a:endParaRPr lang="de-DE" dirty="0">
              <a:solidFill>
                <a:srgbClr val="FF0000"/>
              </a:solidFill>
            </a:endParaRPr>
          </a:p>
          <a:p>
            <a:r>
              <a:rPr lang="de-DE" dirty="0">
                <a:solidFill>
                  <a:srgbClr val="FF0000"/>
                </a:solidFill>
              </a:rPr>
              <a:t>PI-PR: Padua </a:t>
            </a:r>
            <a:r>
              <a:rPr lang="de-DE" dirty="0" err="1">
                <a:solidFill>
                  <a:srgbClr val="FF0000"/>
                </a:solidFill>
              </a:rPr>
              <a:t>Inventory</a:t>
            </a:r>
            <a:r>
              <a:rPr lang="de-DE" dirty="0">
                <a:solidFill>
                  <a:srgbClr val="FF0000"/>
                </a:solidFill>
              </a:rPr>
              <a:t> Palatine Revision – OCD Symptom </a:t>
            </a:r>
            <a:r>
              <a:rPr lang="de-DE" dirty="0" err="1">
                <a:solidFill>
                  <a:srgbClr val="FF0000"/>
                </a:solidFill>
              </a:rPr>
              <a:t>Dimensions</a:t>
            </a:r>
            <a:endParaRPr lang="de-DE" dirty="0">
              <a:solidFill>
                <a:srgbClr val="FF0000"/>
              </a:solidFill>
            </a:endParaRPr>
          </a:p>
          <a:p>
            <a:r>
              <a:rPr lang="de-DE" dirty="0">
                <a:solidFill>
                  <a:srgbClr val="FF0000"/>
                </a:solidFill>
              </a:rPr>
              <a:t>FMPS-D: Frost Multidimensional </a:t>
            </a:r>
            <a:r>
              <a:rPr lang="de-DE" dirty="0" err="1">
                <a:solidFill>
                  <a:srgbClr val="FF0000"/>
                </a:solidFill>
              </a:rPr>
              <a:t>Perfectionism</a:t>
            </a:r>
            <a:r>
              <a:rPr lang="de-DE" dirty="0">
                <a:solidFill>
                  <a:srgbClr val="FF0000"/>
                </a:solidFill>
              </a:rPr>
              <a:t> </a:t>
            </a:r>
            <a:r>
              <a:rPr lang="de-DE" dirty="0" err="1">
                <a:solidFill>
                  <a:srgbClr val="FF0000"/>
                </a:solidFill>
              </a:rPr>
              <a:t>Scale</a:t>
            </a:r>
            <a:r>
              <a:rPr lang="de-DE" dirty="0">
                <a:solidFill>
                  <a:srgbClr val="FF0000"/>
                </a:solidFill>
              </a:rPr>
              <a:t>-Deutsch</a:t>
            </a:r>
          </a:p>
          <a:p>
            <a:r>
              <a:rPr lang="de-DE" dirty="0">
                <a:solidFill>
                  <a:srgbClr val="FF0000"/>
                </a:solidFill>
              </a:rPr>
              <a:t>DOCS: Dimensional Obsessive-</a:t>
            </a:r>
            <a:r>
              <a:rPr lang="de-DE" dirty="0" err="1">
                <a:solidFill>
                  <a:srgbClr val="FF0000"/>
                </a:solidFill>
              </a:rPr>
              <a:t>Compulsive</a:t>
            </a:r>
            <a:r>
              <a:rPr lang="de-DE" dirty="0">
                <a:solidFill>
                  <a:srgbClr val="FF0000"/>
                </a:solidFill>
              </a:rPr>
              <a:t> </a:t>
            </a:r>
            <a:r>
              <a:rPr lang="de-DE" dirty="0" err="1">
                <a:solidFill>
                  <a:srgbClr val="FF0000"/>
                </a:solidFill>
              </a:rPr>
              <a:t>Scale</a:t>
            </a:r>
            <a:r>
              <a:rPr lang="de-DE" dirty="0">
                <a:solidFill>
                  <a:srgbClr val="FF0000"/>
                </a:solidFill>
              </a:rPr>
              <a:t> </a:t>
            </a:r>
          </a:p>
          <a:p>
            <a:r>
              <a:rPr lang="de-DE" dirty="0">
                <a:solidFill>
                  <a:srgbClr val="FF0000"/>
                </a:solidFill>
              </a:rPr>
              <a:t>OCI-R: </a:t>
            </a:r>
            <a:r>
              <a:rPr lang="de-DE" dirty="0" err="1">
                <a:solidFill>
                  <a:srgbClr val="FF0000"/>
                </a:solidFill>
              </a:rPr>
              <a:t>Obsessional</a:t>
            </a:r>
            <a:r>
              <a:rPr lang="de-DE" dirty="0">
                <a:solidFill>
                  <a:srgbClr val="FF0000"/>
                </a:solidFill>
              </a:rPr>
              <a:t> </a:t>
            </a:r>
            <a:r>
              <a:rPr lang="de-DE" dirty="0" err="1">
                <a:solidFill>
                  <a:srgbClr val="FF0000"/>
                </a:solidFill>
              </a:rPr>
              <a:t>Compulsive</a:t>
            </a:r>
            <a:r>
              <a:rPr lang="de-DE" dirty="0">
                <a:solidFill>
                  <a:srgbClr val="FF0000"/>
                </a:solidFill>
              </a:rPr>
              <a:t> </a:t>
            </a:r>
            <a:r>
              <a:rPr lang="de-DE" dirty="0" err="1">
                <a:solidFill>
                  <a:srgbClr val="FF0000"/>
                </a:solidFill>
              </a:rPr>
              <a:t>Inventory</a:t>
            </a:r>
            <a:endParaRPr lang="de-DE" dirty="0">
              <a:solidFill>
                <a:srgbClr val="FF0000"/>
              </a:solidFill>
            </a:endParaRPr>
          </a:p>
          <a:p>
            <a:r>
              <a:rPr lang="de-DE" dirty="0">
                <a:solidFill>
                  <a:srgbClr val="FF0000"/>
                </a:solidFill>
              </a:rPr>
              <a:t>MCQ: </a:t>
            </a:r>
            <a:r>
              <a:rPr lang="de-DE" dirty="0" err="1">
                <a:solidFill>
                  <a:srgbClr val="FF0000"/>
                </a:solidFill>
              </a:rPr>
              <a:t>Metacognitition</a:t>
            </a:r>
            <a:r>
              <a:rPr lang="de-DE" dirty="0">
                <a:solidFill>
                  <a:srgbClr val="FF0000"/>
                </a:solidFill>
              </a:rPr>
              <a:t> </a:t>
            </a:r>
            <a:r>
              <a:rPr lang="de-DE" dirty="0" err="1">
                <a:solidFill>
                  <a:srgbClr val="FF0000"/>
                </a:solidFill>
              </a:rPr>
              <a:t>Scale</a:t>
            </a:r>
            <a:endParaRPr lang="de-DE" dirty="0">
              <a:solidFill>
                <a:srgbClr val="FF0000"/>
              </a:solidFill>
            </a:endParaRPr>
          </a:p>
          <a:p>
            <a:r>
              <a:rPr lang="de-DE" dirty="0"/>
              <a:t>Gesundheitliche Informationen: </a:t>
            </a:r>
          </a:p>
          <a:p>
            <a:r>
              <a:rPr lang="de-DE" dirty="0" err="1"/>
              <a:t>FHSFamily</a:t>
            </a:r>
            <a:r>
              <a:rPr lang="de-DE" dirty="0"/>
              <a:t> </a:t>
            </a:r>
            <a:r>
              <a:rPr lang="de-DE" dirty="0" err="1"/>
              <a:t>Tree</a:t>
            </a:r>
            <a:r>
              <a:rPr lang="de-DE" dirty="0"/>
              <a:t>: Mental Health in Family</a:t>
            </a:r>
          </a:p>
          <a:p>
            <a:r>
              <a:rPr lang="de-DE" dirty="0"/>
              <a:t>FHS: Mental Health in Family</a:t>
            </a:r>
          </a:p>
          <a:p>
            <a:r>
              <a:rPr lang="de-DE" dirty="0"/>
              <a:t>Psychische Gesundheit: </a:t>
            </a:r>
          </a:p>
          <a:p>
            <a:r>
              <a:rPr lang="de-DE" dirty="0"/>
              <a:t>Demographische Angaben: Alter, Geschlecht, Bildung, usw.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18A4F44-3F88-4FF1-A479-F2A8CF7597D4}"/>
              </a:ext>
            </a:extLst>
          </p:cNvPr>
          <p:cNvSpPr/>
          <p:nvPr/>
        </p:nvSpPr>
        <p:spPr>
          <a:xfrm>
            <a:off x="678705" y="592667"/>
            <a:ext cx="3077004" cy="22606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09776ED2-3730-4BB3-8602-99CB4649E4BC}"/>
              </a:ext>
            </a:extLst>
          </p:cNvPr>
          <p:cNvSpPr txBox="1"/>
          <p:nvPr/>
        </p:nvSpPr>
        <p:spPr>
          <a:xfrm>
            <a:off x="3818467" y="1353635"/>
            <a:ext cx="25569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>
                <a:solidFill>
                  <a:srgbClr val="FF0000"/>
                </a:solidFill>
              </a:rPr>
              <a:t>Only</a:t>
            </a:r>
            <a:r>
              <a:rPr lang="de-DE" dirty="0">
                <a:solidFill>
                  <a:srgbClr val="FF0000"/>
                </a:solidFill>
              </a:rPr>
              <a:t> Project 9 </a:t>
            </a:r>
          </a:p>
        </p:txBody>
      </p:sp>
    </p:spTree>
    <p:extLst>
      <p:ext uri="{BB962C8B-B14F-4D97-AF65-F5344CB8AC3E}">
        <p14:creationId xmlns:p14="http://schemas.microsoft.com/office/powerpoint/2010/main" val="22037452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043554-757B-4723-84DF-3B87DE873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00543"/>
            <a:ext cx="10515600" cy="1325563"/>
          </a:xfrm>
        </p:spPr>
        <p:txBody>
          <a:bodyPr/>
          <a:lstStyle/>
          <a:p>
            <a:r>
              <a:rPr lang="de-DE" dirty="0" err="1"/>
              <a:t>Adolescents</a:t>
            </a:r>
            <a:r>
              <a:rPr lang="de-DE" dirty="0"/>
              <a:t> </a:t>
            </a:r>
            <a:r>
              <a:rPr lang="de-DE" dirty="0" err="1"/>
              <a:t>Questionnaire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F04A898-4CCF-47A0-B1D1-AD6B8D471C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6666" y="1605491"/>
            <a:ext cx="5300133" cy="4351338"/>
          </a:xfrm>
        </p:spPr>
        <p:txBody>
          <a:bodyPr/>
          <a:lstStyle/>
          <a:p>
            <a:pPr marL="0" indent="0">
              <a:buNone/>
            </a:pPr>
            <a:r>
              <a:rPr lang="de-DE"/>
              <a:t>same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E306C13-1241-4652-B377-C281F0FBD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201" y="778933"/>
            <a:ext cx="2444072" cy="556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96630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F0DA762-172E-4B8F-BCB8-7A054210F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Project 6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C275548-9601-4D60-B33A-997EB22136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50734" y="1825625"/>
            <a:ext cx="7603066" cy="4351338"/>
          </a:xfrm>
        </p:spPr>
        <p:txBody>
          <a:bodyPr/>
          <a:lstStyle/>
          <a:p>
            <a:r>
              <a:rPr lang="de-DE" dirty="0"/>
              <a:t>Custom „Backbone“ – </a:t>
            </a:r>
            <a:r>
              <a:rPr lang="de-DE" dirty="0" err="1"/>
              <a:t>eigentklich</a:t>
            </a:r>
            <a:r>
              <a:rPr lang="de-DE" dirty="0"/>
              <a:t> nur </a:t>
            </a:r>
            <a:r>
              <a:rPr lang="de-DE" dirty="0" err="1"/>
              <a:t>Autism</a:t>
            </a:r>
            <a:r>
              <a:rPr lang="de-DE" dirty="0"/>
              <a:t>, IUS und BIS/BAS gleich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2D404E6-F91A-4F99-A9E3-D814C60492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148" y="1617133"/>
            <a:ext cx="2242189" cy="4875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56485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168</Words>
  <Application>Microsoft Office PowerPoint</Application>
  <PresentationFormat>Breitbild</PresentationFormat>
  <Paragraphs>37</Paragraphs>
  <Slides>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</vt:lpstr>
      <vt:lpstr>Backbone Questionnaires</vt:lpstr>
      <vt:lpstr>PowerPoint-Präsentation</vt:lpstr>
      <vt:lpstr>PowerPoint-Präsentation</vt:lpstr>
      <vt:lpstr>Adolescents Questionnaire</vt:lpstr>
      <vt:lpstr>Project 6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Wilken, Saskia Angelika</dc:creator>
  <cp:lastModifiedBy>Wilken, Saskia Angelika</cp:lastModifiedBy>
  <cp:revision>13</cp:revision>
  <dcterms:created xsi:type="dcterms:W3CDTF">2025-08-18T12:56:52Z</dcterms:created>
  <dcterms:modified xsi:type="dcterms:W3CDTF">2026-01-29T18:39:42Z</dcterms:modified>
</cp:coreProperties>
</file>